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B5BB-207D-A5D6-63BD-B509E19C3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29116-061D-0672-4370-B63467717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50930-1811-0571-E613-DD921D43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74E04-756A-84A8-67EE-E46A6669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C1A6E-7CFA-84A6-25A6-812609289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4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FADDA-5705-D80E-D28D-81B457B5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A5569-585C-EF9A-A9DE-0F787049F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DE6B2-3694-DF3B-3029-4668B63C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06073-269A-A462-22A2-E7BF0C1D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556A4-C7FD-6A8E-CF4C-63CD0325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8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09B6-2ABB-2084-FB69-DDA90286F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C5537-289D-95B1-DC5F-0DFBBFEB7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69B8A-D10F-3161-A71C-7009B29F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80463-98C2-728B-D363-AEE7F90F0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9C87-D687-E74A-DEC8-A14A5151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2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929B-EA59-DCD4-7CBC-9F4C0FA2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BF708-6628-AD69-EC0B-2E590C81D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3401-C502-4CC9-4011-91BCD2EF2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949B4-244F-5F63-7A20-BF89B644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8FC80-1156-BB73-F15D-2FF779A25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EEB6B-F175-5B37-CD33-400CFADD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1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0A622-9287-19E1-A4A7-1F2C8EB2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00739-420E-C93B-B778-E64AAE131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75A08-233D-7C76-F243-9553FDE84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93CA70-2302-2978-D5F0-5B7FF5573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A5053-5B6A-4091-B7B9-711C4F7E9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94DEEF-A527-6C86-59AD-C2257200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7E80E-06DC-806F-E2DD-5240E8668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10C8A-4E71-DE10-9E9A-18377272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0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A4F4-B52C-B93F-807E-657DF2CF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CDD6C-C7E6-FAF9-FEF4-7C8774EF2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A4434-504F-6EA9-2244-946AF5DC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D6C75-696B-895C-C5A5-CA68D7E4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0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726A0-39AC-DDE6-FE69-B35291981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D7D5D-E1C4-922E-D30F-8FAEED9F6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B0965-EB72-3448-85DB-91822C9C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81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9E69-49EE-DC85-0FD2-1E6BE4DF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E14CD-C111-17CF-7C0D-644697B20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CEDE8-A141-9CC2-F03E-6A61DD5A1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3E8C-E99A-98C4-40E8-78B2191D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54836-7CBC-1B90-251B-8B8ECEBA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717B0-EE0B-2F5C-3FEE-651AF1AA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6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9969-0172-0EFD-A4F4-E6140175E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B739C5-DBA2-D41F-C264-F4F858765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A4FD0-555D-FACF-8C56-D9291AD87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74F0C-C1F1-3234-25F8-F7E615E1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0A66C-7B69-05FC-F08A-04B5DF85B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8B6B3-94F4-894C-BF81-B5A6B648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9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E0DF-967A-7082-B1E5-B73653E4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F5CD-14C4-A93C-1D4C-3CEA12345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C88E8-3662-B505-8E09-149F790D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34159-E315-EE86-D530-B6042ABF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CE81C-DA3E-37D4-5135-525A4687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1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1F03B-C691-27DD-D086-1D6670A15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041FA-4B07-45A2-4FDC-38A3FD24B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12B92-0FCE-351A-CB52-B262EB2E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73C90-5DF7-2B80-BBB7-D46B50A15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17411-BDC1-DBB7-CABF-D30091B4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4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D04D3-FF1C-6214-CE68-813F7008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7D6A4-8DF9-0DCC-D970-A218771E0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49C9-2316-7CAC-0850-3E6A15A3F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DDA46-0A6A-44B2-A57E-A174D9F856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63396-3D68-B282-ADEB-A9BEC0EF5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34B78-54B0-55FA-B464-6AD31286E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F8049-E209-4A7E-9DE0-41E5897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F6EB1C-CD20-F372-0C25-957AE6901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802" y="0"/>
            <a:ext cx="92823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17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33860F-D25A-FCF1-D8F4-8B36666ED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73" y="0"/>
            <a:ext cx="11672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1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E6D1DE-8916-5C88-8488-9326A392B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95" y="0"/>
            <a:ext cx="10853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3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E0D58D-3CDA-0DD3-1B9E-0AACBA0FE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110"/>
            <a:ext cx="12192000" cy="582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589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F0F728-0359-C3BF-240D-3AE80621C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8958"/>
            <a:ext cx="12192000" cy="530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61F467-2247-8039-2C12-1EE2936B3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84"/>
            <a:ext cx="12192000" cy="613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0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15F912-215A-D8C1-0037-AAA94B611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98"/>
            <a:ext cx="12192000" cy="674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5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E2E60D-1A8A-BCA3-C9CE-FD0B4ED55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146"/>
            <a:ext cx="12192000" cy="565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58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ｷｯﾄﾌﾟﾗｻｰﾄ　ﾀﾅﾎﾟﾝ</dc:creator>
  <cp:lastModifiedBy>Thanapol Kidprasert</cp:lastModifiedBy>
  <cp:revision>1</cp:revision>
  <dcterms:created xsi:type="dcterms:W3CDTF">2025-11-23T17:26:25Z</dcterms:created>
  <dcterms:modified xsi:type="dcterms:W3CDTF">2025-11-23T17:29:14Z</dcterms:modified>
</cp:coreProperties>
</file>